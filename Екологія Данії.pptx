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454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2948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62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675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837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458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953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661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209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157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5172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6035C5E-E760-41F2-8961-1829F89E8970}" type="datetimeFigureOut">
              <a:rPr lang="uk-UA" smtClean="0"/>
              <a:t>23.03.2023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24EC52D-B096-4923-AB27-56415242A93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45084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7EDC8-4AA4-AD4E-BE27-811B995A54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Екологія Данії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B8486-76CD-68D8-EA41-F674B72747D9}"/>
              </a:ext>
            </a:extLst>
          </p:cNvPr>
          <p:cNvSpPr txBox="1"/>
          <p:nvPr/>
        </p:nvSpPr>
        <p:spPr>
          <a:xfrm>
            <a:off x="3674378" y="3875714"/>
            <a:ext cx="4708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Підготував студент Олексів Данило КНМС-12</a:t>
            </a:r>
          </a:p>
        </p:txBody>
      </p:sp>
    </p:spTree>
    <p:extLst>
      <p:ext uri="{BB962C8B-B14F-4D97-AF65-F5344CB8AC3E}">
        <p14:creationId xmlns:p14="http://schemas.microsoft.com/office/powerpoint/2010/main" val="93156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E555-7047-C9C0-E418-D6551A56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Проблеми екології в Данії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E65E3-E121-1144-0D37-4A9C07CB5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Екологія Данії характеризується як високорозвинута та піклується про довкілля. За індексом 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Environmental Performance Index, </a:t>
            </a:r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Данія займає 4 місце у світі щодо якості екології. Основні проблеми, з якими стикається Данія, включають забруднення повітря, води та грунту, зміну клімату, втрату біорізноманіття та енергетичну залежність від імпорту.</a:t>
            </a:r>
            <a:endParaRPr lang="uk-U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21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323A-69E8-51D0-38AC-BD480F3C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Способи їх вирішення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295B0-F54B-C869-63A9-32E792A8C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4953000" cy="4038600"/>
          </a:xfrm>
        </p:spPr>
        <p:txBody>
          <a:bodyPr/>
          <a:lstStyle/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Відновлювані джерела енергії: Данія має одну з найбільших кількостей вітроенергетичних установок у світі та виробляє більше 40% електроенергії з вітряної енергії.</a:t>
            </a:r>
          </a:p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Політика відходів: Данія має високу кількість рециклінгу відходів, що дозволяє їм зменшувати відходи, які потрапляють на свалки.</a:t>
            </a:r>
            <a:endParaRPr lang="uk-U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8" name="Picture 4" descr="Вітряні електростанції">
            <a:extLst>
              <a:ext uri="{FF2B5EF4-FFF2-40B4-BE49-F238E27FC236}">
                <a16:creationId xmlns:a16="http://schemas.microsoft.com/office/drawing/2014/main" id="{B261FD43-8FB6-CA1F-2CF4-1A64B3754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632" y="2312370"/>
            <a:ext cx="4764947" cy="317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20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1708-6206-FEE1-811B-F00BC37C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Способи їх вирішення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5D8E3-BD03-A10C-D547-E80731328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5224244" cy="4038600"/>
          </a:xfrm>
        </p:spPr>
        <p:txBody>
          <a:bodyPr/>
          <a:lstStyle/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Політика енергоефективності: Данія пропонує програми підтримки, які допомагають підприємствам економити енергію та гроші. </a:t>
            </a:r>
          </a:p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Захист водних ресурсів: Данія вкладає значні зусилля у збереження своїх водних ресурсів, зокрема, захисту підземних вод.</a:t>
            </a:r>
            <a:endParaRPr lang="uk-U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050" name="Picture 2" descr="Очищення водойм від мулу — Земснаряди в Україні. Продаж землесосних  снарядів КАРП в Києві— СВІГА">
            <a:extLst>
              <a:ext uri="{FF2B5EF4-FFF2-40B4-BE49-F238E27FC236}">
                <a16:creationId xmlns:a16="http://schemas.microsoft.com/office/drawing/2014/main" id="{DA6A8E4A-FF95-E673-6BBE-2463C1B92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629" y="2057400"/>
            <a:ext cx="4994945" cy="2996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532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F3D0-8F86-78CC-6748-E5F7A05B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Способи їх вирішення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B0B6C-E38F-65C8-4204-8E9329CFA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4192398" cy="4038600"/>
          </a:xfrm>
        </p:spPr>
        <p:txBody>
          <a:bodyPr/>
          <a:lstStyle/>
          <a:p>
            <a:r>
              <a:rPr lang="uk-UA" b="0" i="0" dirty="0">
                <a:solidFill>
                  <a:schemeClr val="tx1"/>
                </a:solidFill>
                <a:effectLst/>
                <a:latin typeface="Noto Sans" panose="020B0502040504020204" pitchFamily="34" charset="0"/>
              </a:rPr>
              <a:t>Біорізноманіття: Данія працює над збереженням своїх лісів та інших екосистем, а також захистом зникаючих видів.</a:t>
            </a:r>
            <a:endParaRPr lang="uk-UA" dirty="0">
              <a:solidFill>
                <a:schemeClr val="tx1"/>
              </a:solidFill>
            </a:endParaRPr>
          </a:p>
        </p:txBody>
      </p:sp>
      <p:pic>
        <p:nvPicPr>
          <p:cNvPr id="3074" name="Picture 2" descr="Посадка дерев не є ефективною допомогою для довкілля: екоактивіст, фото -  Погляд">
            <a:extLst>
              <a:ext uri="{FF2B5EF4-FFF2-40B4-BE49-F238E27FC236}">
                <a16:creationId xmlns:a16="http://schemas.microsoft.com/office/drawing/2014/main" id="{EBC8C56C-AD3F-0948-A225-FD43E4780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743" y="1965960"/>
            <a:ext cx="5233332" cy="313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148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BAAA-19CF-0064-D338-247F84CF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Україна може навчитися в Данії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51D12-89C0-6D2F-8823-546CFD46A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6163811" cy="4038600"/>
          </a:xfrm>
        </p:spPr>
        <p:txBody>
          <a:bodyPr/>
          <a:lstStyle/>
          <a:p>
            <a:pPr algn="l" fontAlgn="base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inherit"/>
              </a:rPr>
              <a:t>Розвиток відновлюваної енергетики: Україна може зменшити свою залежність від імпорту енергії та збільшити використання відновлюваних джерел енергії, таких як сонячна та вітряна енергія. </a:t>
            </a:r>
          </a:p>
          <a:p>
            <a:pPr algn="l" fontAlgn="base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inherit"/>
              </a:rPr>
              <a:t>Управління відходами: Україна може покращити систему сортування відходів та розвиток відповідних інфраструктур, щоб зменшити кількість відходів, які потрапляють на свалки.</a:t>
            </a:r>
          </a:p>
          <a:p>
            <a:endParaRPr lang="uk-UA" dirty="0"/>
          </a:p>
        </p:txBody>
      </p:sp>
      <p:pic>
        <p:nvPicPr>
          <p:cNvPr id="4098" name="Picture 2" descr="Розвантажуємо полтавське сміттєзвалище: як це відбувається / Полтавщина">
            <a:extLst>
              <a:ext uri="{FF2B5EF4-FFF2-40B4-BE49-F238E27FC236}">
                <a16:creationId xmlns:a16="http://schemas.microsoft.com/office/drawing/2014/main" id="{E492015C-9E45-35A3-2A23-D3FDE4A26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498" y="2101652"/>
            <a:ext cx="4632766" cy="301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687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D482-2335-CF05-F5EC-49EB1D9F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Україна може навчитися в Данії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0C18-0259-FECE-A11D-6D010EEB0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5324911" cy="3563224"/>
          </a:xfrm>
        </p:spPr>
        <p:txBody>
          <a:bodyPr/>
          <a:lstStyle/>
          <a:p>
            <a:r>
              <a:rPr lang="uk-UA" b="0" i="0" dirty="0">
                <a:solidFill>
                  <a:schemeClr val="tx1"/>
                </a:solidFill>
                <a:effectLst/>
                <a:latin typeface="Noto Sans" panose="020B0502040504020204" pitchFamily="34" charset="0"/>
              </a:rPr>
              <a:t>Біорізноманіття: Україна може зберегти свої ліси та інші екосистеми, а також захистити зникаючі види. </a:t>
            </a:r>
          </a:p>
          <a:p>
            <a:r>
              <a:rPr lang="uk-UA" b="0" i="0" dirty="0">
                <a:solidFill>
                  <a:schemeClr val="tx1"/>
                </a:solidFill>
                <a:effectLst/>
                <a:latin typeface="Noto Sans" panose="020B0502040504020204" pitchFamily="34" charset="0"/>
              </a:rPr>
              <a:t>Захист водних ресурсів: Україна може збільшити кількість програм та заходів для захисту водних ресурсів, зокрема, збереження підземних вод.</a:t>
            </a:r>
            <a:endParaRPr lang="uk-UA" dirty="0">
              <a:solidFill>
                <a:schemeClr val="tx1"/>
              </a:solidFill>
            </a:endParaRPr>
          </a:p>
        </p:txBody>
      </p:sp>
      <p:pic>
        <p:nvPicPr>
          <p:cNvPr id="5122" name="Picture 2" descr="Забруднення річок України: причини та наслідки – Сучасний журнал про  безпеку – Надзвичайна ситуація +">
            <a:extLst>
              <a:ext uri="{FF2B5EF4-FFF2-40B4-BE49-F238E27FC236}">
                <a16:creationId xmlns:a16="http://schemas.microsoft.com/office/drawing/2014/main" id="{CE37DA26-9D0E-4F73-6252-CAFE3EA49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086" y="2132551"/>
            <a:ext cx="5185794" cy="259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6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D482-2335-CF05-F5EC-49EB1D9F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effectLst/>
                <a:latin typeface="Noto Sans" panose="020B0502040504020204" pitchFamily="34" charset="0"/>
              </a:rPr>
              <a:t>Цікаві факти про екологію Данії:</a:t>
            </a:r>
            <a:endParaRPr lang="uk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0C18-0259-FECE-A11D-6D010EEB0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5870196" cy="4038600"/>
          </a:xfrm>
        </p:spPr>
        <p:txBody>
          <a:bodyPr>
            <a:normAutofit/>
          </a:bodyPr>
          <a:lstStyle/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Данія є однією з країн з найбільшою кількістю велосипедів на душу населення у світі. </a:t>
            </a:r>
          </a:p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Данія має одну з найбільших наукових баз з вивчення арктичного довкілля та клімату. </a:t>
            </a:r>
          </a:p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У Данії використовуються високотехнологічні сонячні панелі, які можуть збирати енергію навіть у погану погоду. </a:t>
            </a:r>
          </a:p>
        </p:txBody>
      </p:sp>
      <p:pic>
        <p:nvPicPr>
          <p:cNvPr id="7170" name="Picture 2" descr="Велосипеды в Дании">
            <a:extLst>
              <a:ext uri="{FF2B5EF4-FFF2-40B4-BE49-F238E27FC236}">
                <a16:creationId xmlns:a16="http://schemas.microsoft.com/office/drawing/2014/main" id="{50E440E1-36D3-2418-6871-5C558024D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197" y="2057400"/>
            <a:ext cx="4613785" cy="307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72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D482-2335-CF05-F5EC-49EB1D9F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effectLst/>
                <a:latin typeface="Noto Sans" panose="020B0502040504020204" pitchFamily="34" charset="0"/>
              </a:rPr>
              <a:t>Цікаві факти про екологію Данії:</a:t>
            </a:r>
            <a:endParaRPr lang="uk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0C18-0259-FECE-A11D-6D010EEB0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5870196" cy="4038600"/>
          </a:xfrm>
        </p:spPr>
        <p:txBody>
          <a:bodyPr>
            <a:normAutofit/>
          </a:bodyPr>
          <a:lstStyle/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У Данії вперше було запроваджено поняття "екологічного сліду", який вимірює вплив людської діяльності на довкілля. </a:t>
            </a:r>
          </a:p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Данія має одну з найвищих кількостей електромобілів на душу населення у світі. </a:t>
            </a:r>
          </a:p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У Данії було введено розподіл насіння трави, який сприяє збереженню різноманіття рослин у лісах та інших екосистемах. </a:t>
            </a:r>
          </a:p>
        </p:txBody>
      </p:sp>
      <p:pic>
        <p:nvPicPr>
          <p:cNvPr id="6150" name="Picture 6" descr="Дания хочет перейти на электромобили к 2030 году - ЭкоТехника">
            <a:extLst>
              <a:ext uri="{FF2B5EF4-FFF2-40B4-BE49-F238E27FC236}">
                <a16:creationId xmlns:a16="http://schemas.microsoft.com/office/drawing/2014/main" id="{7734824F-5142-8E42-DBC8-888A82827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10" y="2256638"/>
            <a:ext cx="4959967" cy="310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07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D482-2335-CF05-F5EC-49EB1D9F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effectLst/>
                <a:latin typeface="Noto Sans" panose="020B0502040504020204" pitchFamily="34" charset="0"/>
              </a:rPr>
              <a:t>Цікаві факти про екологію Данії:</a:t>
            </a:r>
            <a:endParaRPr lang="uk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0C18-0259-FECE-A11D-6D010EEB0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5870196" cy="4038600"/>
          </a:xfrm>
        </p:spPr>
        <p:txBody>
          <a:bodyPr>
            <a:normAutofit/>
          </a:bodyPr>
          <a:lstStyle/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У Данії було створено найбільший в Європі вітровий парк, який може забезпечувати енергією понад 200 000 будинків. </a:t>
            </a:r>
          </a:p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Данія займає 4-е місце у світі за рівнем екологічної ефективності, за оцінками 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Environmental Performance Index. </a:t>
            </a:r>
            <a:endParaRPr lang="uk-UA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Noto Sans" panose="020B0502040504020204" pitchFamily="34" charset="0"/>
            </a:endParaRPr>
          </a:p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У Данії існує програма збереження бджіл, яка спрямована на захист цих тварин, які є важливими запилювачами для більшості рослин.</a:t>
            </a:r>
            <a:endParaRPr lang="uk-U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194" name="Picture 2" descr="Данія встановила рекорд в вітровій енергетиці | Діалог-Центр">
            <a:extLst>
              <a:ext uri="{FF2B5EF4-FFF2-40B4-BE49-F238E27FC236}">
                <a16:creationId xmlns:a16="http://schemas.microsoft.com/office/drawing/2014/main" id="{BCDE1FA3-E2BE-5105-8DC8-5ADEAEC67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4838" y="2631558"/>
            <a:ext cx="4558285" cy="226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351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D482-2335-CF05-F5EC-49EB1D9F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effectLst/>
                <a:latin typeface="Noto Sans" panose="020B0502040504020204" pitchFamily="34" charset="0"/>
              </a:rPr>
              <a:t>Цікаві факти про екологію Данії:</a:t>
            </a:r>
            <a:endParaRPr lang="uk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0C18-0259-FECE-A11D-6D010EEB0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5870196" cy="4038600"/>
          </a:xfrm>
        </p:spPr>
        <p:txBody>
          <a:bodyPr>
            <a:normAutofit/>
          </a:bodyPr>
          <a:lstStyle/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В Данії діє програма "Екоетикетка", яка допомагає споживачам вибирати екологічно чисті продукти та послуги. </a:t>
            </a:r>
          </a:p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У Данії було створено мережу національних парків, що забезпечує захист природних ресурсів країни.</a:t>
            </a:r>
          </a:p>
          <a:p>
            <a:r>
              <a:rPr lang="uk-UA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" panose="020B0502040504020204" pitchFamily="34" charset="0"/>
              </a:rPr>
              <a:t>Данія вважається лідером у світі зі збереження водних ресурсів, зокрема, її заходи досягли успіху в запобіганні забруднення Мертвого моря та Балтійського моря. </a:t>
            </a:r>
          </a:p>
        </p:txBody>
      </p:sp>
      <p:pic>
        <p:nvPicPr>
          <p:cNvPr id="9218" name="Picture 2" descr="Достопримечательности Дании: Топ-25 (МНОГО ФОТО)">
            <a:extLst>
              <a:ext uri="{FF2B5EF4-FFF2-40B4-BE49-F238E27FC236}">
                <a16:creationId xmlns:a16="http://schemas.microsoft.com/office/drawing/2014/main" id="{EA2C857E-1409-BC8B-EC31-D10202016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197" y="2057400"/>
            <a:ext cx="4341786" cy="329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62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A2551-210A-B032-C05E-E249C9AC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D8985-0E82-7691-03BA-2F315049D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Данія є країною котра  з всією серйозністю ставиться до екології. В україни є чого повчитись в Данії адже в нас не таке ставлення до екології і немає розуміння її важливості.</a:t>
            </a:r>
          </a:p>
        </p:txBody>
      </p:sp>
    </p:spTree>
    <p:extLst>
      <p:ext uri="{BB962C8B-B14F-4D97-AF65-F5344CB8AC3E}">
        <p14:creationId xmlns:p14="http://schemas.microsoft.com/office/powerpoint/2010/main" val="2161371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55CCC-47AF-ABE5-7439-8AA86A63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Джерела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F349-92A1-8505-31AE-048D59CF0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Wikipedia</a:t>
            </a:r>
          </a:p>
          <a:p>
            <a:r>
              <a:rPr lang="en-US" dirty="0" err="1"/>
              <a:t>Chatgtp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9430232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55</TotalTime>
  <Words>543</Words>
  <Application>Microsoft Office PowerPoint</Application>
  <PresentationFormat>Widescreen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Corbel</vt:lpstr>
      <vt:lpstr>inherit</vt:lpstr>
      <vt:lpstr>Noto Sans</vt:lpstr>
      <vt:lpstr>Basis</vt:lpstr>
      <vt:lpstr>Екологія Данії</vt:lpstr>
      <vt:lpstr>Проблеми екології в Данії</vt:lpstr>
      <vt:lpstr>Способи їх вирішення</vt:lpstr>
      <vt:lpstr>Способи їх вирішення</vt:lpstr>
      <vt:lpstr>Способи їх вирішення</vt:lpstr>
      <vt:lpstr>Що Україна може навчитися в Данії</vt:lpstr>
      <vt:lpstr>Що Україна може навчитися в Данії</vt:lpstr>
      <vt:lpstr>Цікаві факти про екологію Данії:</vt:lpstr>
      <vt:lpstr>Цікаві факти про екологію Данії:</vt:lpstr>
      <vt:lpstr>Цікаві факти про екологію Данії:</vt:lpstr>
      <vt:lpstr>Цікаві факти про екологію Данії:</vt:lpstr>
      <vt:lpstr>Висновок</vt:lpstr>
      <vt:lpstr>Джерела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Екологія Данії</dc:title>
  <dc:creator>Олексів Данило Валентинович</dc:creator>
  <cp:lastModifiedBy>Олексів Данило Валентинович</cp:lastModifiedBy>
  <cp:revision>1</cp:revision>
  <dcterms:created xsi:type="dcterms:W3CDTF">2023-03-23T18:01:55Z</dcterms:created>
  <dcterms:modified xsi:type="dcterms:W3CDTF">2023-03-23T18:56:55Z</dcterms:modified>
</cp:coreProperties>
</file>